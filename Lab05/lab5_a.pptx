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7" autoAdjust="0"/>
    <p:restoredTop sz="94660"/>
  </p:normalViewPr>
  <p:slideViewPr>
    <p:cSldViewPr snapToGrid="0">
      <p:cViewPr>
        <p:scale>
          <a:sx n="100" d="100"/>
          <a:sy n="100" d="100"/>
        </p:scale>
        <p:origin x="1752" y="-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6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0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5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3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49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44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8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9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13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45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F1CD5-2374-4A2D-B731-648E85EEF96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1259A2-F86F-4A55-A7A7-82A0D74D1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7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B2FEBFB2-B098-206E-BF31-4A12B3515248}"/>
              </a:ext>
            </a:extLst>
          </p:cNvPr>
          <p:cNvSpPr>
            <a:spLocks/>
          </p:cNvSpPr>
          <p:nvPr/>
        </p:nvSpPr>
        <p:spPr>
          <a:xfrm>
            <a:off x="3021616" y="430887"/>
            <a:ext cx="814765" cy="204319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D8AE56EE-2F00-C0E3-939B-05390DFDE0A9}"/>
              </a:ext>
            </a:extLst>
          </p:cNvPr>
          <p:cNvSpPr/>
          <p:nvPr/>
        </p:nvSpPr>
        <p:spPr>
          <a:xfrm>
            <a:off x="2151888" y="819066"/>
            <a:ext cx="2549193" cy="204319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INPUT</a:t>
            </a:r>
            <a:r>
              <a:rPr lang="en-US" sz="1100" dirty="0">
                <a:solidFill>
                  <a:schemeClr val="tx1"/>
                </a:solidFill>
              </a:rPr>
              <a:t>: (name, duration, predecessors)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D0FBF-3DA2-D7CF-7EFE-65353EE148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8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Lab5_a - Planning</a:t>
            </a:r>
          </a:p>
          <a:p>
            <a:r>
              <a:rPr lang="en-US" sz="1100" b="1" dirty="0"/>
              <a:t>Name: BUI CAO THE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2F02A9F4-1751-1FF4-0ECB-75CDB1912F00}"/>
              </a:ext>
            </a:extLst>
          </p:cNvPr>
          <p:cNvSpPr/>
          <p:nvPr/>
        </p:nvSpPr>
        <p:spPr>
          <a:xfrm>
            <a:off x="2344569" y="2083953"/>
            <a:ext cx="2125371" cy="204318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Build Cards</a:t>
            </a:r>
            <a:r>
              <a:rPr lang="en-US" sz="1100" dirty="0">
                <a:solidFill>
                  <a:schemeClr val="tx1"/>
                </a:solidFill>
              </a:rPr>
              <a:t>: def (dictionary)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DBFB61F8-C6C3-B64B-25C3-A63330629E9E}"/>
              </a:ext>
            </a:extLst>
          </p:cNvPr>
          <p:cNvSpPr/>
          <p:nvPr/>
        </p:nvSpPr>
        <p:spPr>
          <a:xfrm>
            <a:off x="2344569" y="2508991"/>
            <a:ext cx="2125371" cy="346410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Calculate Followers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(Identify Start/End Keys)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19CC1B6A-18B3-C1A7-AA16-E4D17E7EA808}"/>
              </a:ext>
            </a:extLst>
          </p:cNvPr>
          <p:cNvSpPr/>
          <p:nvPr/>
        </p:nvSpPr>
        <p:spPr>
          <a:xfrm>
            <a:off x="2529236" y="5609214"/>
            <a:ext cx="1794492" cy="275964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Find All Paths (DFS)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933BD539-DF56-1808-CA58-EE0E84D254B7}"/>
              </a:ext>
            </a:extLst>
          </p:cNvPr>
          <p:cNvSpPr/>
          <p:nvPr/>
        </p:nvSpPr>
        <p:spPr>
          <a:xfrm>
            <a:off x="2627391" y="7092775"/>
            <a:ext cx="1598183" cy="193182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Show Cards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6DD4F250-39E6-61ED-40C2-B068057C4F4F}"/>
              </a:ext>
            </a:extLst>
          </p:cNvPr>
          <p:cNvSpPr/>
          <p:nvPr/>
        </p:nvSpPr>
        <p:spPr>
          <a:xfrm>
            <a:off x="2627395" y="7539456"/>
            <a:ext cx="1598182" cy="193182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Show Paths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82E1C2DB-E6DB-EDB2-6922-9B87E7D9593E}"/>
              </a:ext>
            </a:extLst>
          </p:cNvPr>
          <p:cNvSpPr/>
          <p:nvPr/>
        </p:nvSpPr>
        <p:spPr>
          <a:xfrm>
            <a:off x="2529236" y="6555581"/>
            <a:ext cx="1794492" cy="24903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Create </a:t>
            </a:r>
            <a:r>
              <a:rPr lang="en-US" sz="1100" b="1" dirty="0" err="1">
                <a:solidFill>
                  <a:schemeClr val="tx1"/>
                </a:solidFill>
              </a:rPr>
              <a:t>path_dict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8E0F9D-A867-9C00-BE68-C42A11326434}"/>
              </a:ext>
            </a:extLst>
          </p:cNvPr>
          <p:cNvSpPr txBox="1"/>
          <p:nvPr/>
        </p:nvSpPr>
        <p:spPr>
          <a:xfrm>
            <a:off x="4238800" y="1225892"/>
            <a:ext cx="462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No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FC303A-6F14-91F4-47B5-6DB17047D9F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426482" y="5197666"/>
            <a:ext cx="0" cy="411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4A3AAE-011A-F578-D9E7-B8B2AC3709AD}"/>
              </a:ext>
            </a:extLst>
          </p:cNvPr>
          <p:cNvCxnSpPr>
            <a:cxnSpLocks/>
          </p:cNvCxnSpPr>
          <p:nvPr/>
        </p:nvCxnSpPr>
        <p:spPr>
          <a:xfrm>
            <a:off x="3407254" y="3395351"/>
            <a:ext cx="179" cy="290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87E57DA-A7FA-CBB0-B255-F48BAC5E9493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>
            <a:off x="3426482" y="6804614"/>
            <a:ext cx="1" cy="288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F81B47-A949-D0C0-6AD7-FEE716167AA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3426483" y="7285957"/>
            <a:ext cx="3" cy="253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lowchart: Terminator 48">
            <a:extLst>
              <a:ext uri="{FF2B5EF4-FFF2-40B4-BE49-F238E27FC236}">
                <a16:creationId xmlns:a16="http://schemas.microsoft.com/office/drawing/2014/main" id="{9DD95F2D-4437-AF3E-C038-F7E4A38AD722}"/>
              </a:ext>
            </a:extLst>
          </p:cNvPr>
          <p:cNvSpPr>
            <a:spLocks/>
          </p:cNvSpPr>
          <p:nvPr/>
        </p:nvSpPr>
        <p:spPr>
          <a:xfrm>
            <a:off x="3019103" y="7986137"/>
            <a:ext cx="814765" cy="204319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FINISH</a:t>
            </a:r>
          </a:p>
        </p:txBody>
      </p:sp>
      <p:sp>
        <p:nvSpPr>
          <p:cNvPr id="57" name="Flowchart: Decision 56">
            <a:extLst>
              <a:ext uri="{FF2B5EF4-FFF2-40B4-BE49-F238E27FC236}">
                <a16:creationId xmlns:a16="http://schemas.microsoft.com/office/drawing/2014/main" id="{51BB8482-CE07-AF1B-132D-50DFE6526864}"/>
              </a:ext>
            </a:extLst>
          </p:cNvPr>
          <p:cNvSpPr/>
          <p:nvPr/>
        </p:nvSpPr>
        <p:spPr>
          <a:xfrm>
            <a:off x="2616224" y="1225893"/>
            <a:ext cx="1620520" cy="572040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Input Empty?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623DC20-1EF8-A30E-B407-084C18F79CBF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4236744" y="1511913"/>
            <a:ext cx="8991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4B1FEE9-BE12-97F7-6BD8-3C0106C10258}"/>
              </a:ext>
            </a:extLst>
          </p:cNvPr>
          <p:cNvCxnSpPr>
            <a:cxnSpLocks/>
          </p:cNvCxnSpPr>
          <p:nvPr/>
        </p:nvCxnSpPr>
        <p:spPr>
          <a:xfrm>
            <a:off x="5135880" y="905238"/>
            <a:ext cx="0" cy="606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D018CE2-55AF-2FEC-84FB-509C5E8A682E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701081" y="921226"/>
            <a:ext cx="4347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2AC114C-4BF3-9DE7-7C7E-F93EACCB6F59}"/>
              </a:ext>
            </a:extLst>
          </p:cNvPr>
          <p:cNvCxnSpPr>
            <a:stCxn id="57" idx="2"/>
          </p:cNvCxnSpPr>
          <p:nvPr/>
        </p:nvCxnSpPr>
        <p:spPr>
          <a:xfrm>
            <a:off x="3426484" y="1797933"/>
            <a:ext cx="0" cy="279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E2EA02C-FD14-EDDA-23A1-988CAAED58A2}"/>
              </a:ext>
            </a:extLst>
          </p:cNvPr>
          <p:cNvSpPr txBox="1"/>
          <p:nvPr/>
        </p:nvSpPr>
        <p:spPr>
          <a:xfrm>
            <a:off x="3424433" y="1773247"/>
            <a:ext cx="409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Yes</a:t>
            </a:r>
          </a:p>
        </p:txBody>
      </p:sp>
      <p:sp>
        <p:nvSpPr>
          <p:cNvPr id="86" name="Flowchart: Decision 85">
            <a:extLst>
              <a:ext uri="{FF2B5EF4-FFF2-40B4-BE49-F238E27FC236}">
                <a16:creationId xmlns:a16="http://schemas.microsoft.com/office/drawing/2014/main" id="{6A163DF6-2E8C-87ED-7D83-850FD86D8838}"/>
              </a:ext>
            </a:extLst>
          </p:cNvPr>
          <p:cNvSpPr/>
          <p:nvPr/>
        </p:nvSpPr>
        <p:spPr>
          <a:xfrm>
            <a:off x="2340477" y="3671891"/>
            <a:ext cx="2133911" cy="572040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Check dependencies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57E520F-658E-2299-36B4-304C7BBCFD46}"/>
              </a:ext>
            </a:extLst>
          </p:cNvPr>
          <p:cNvCxnSpPr>
            <a:cxnSpLocks/>
            <a:stCxn id="86" idx="3"/>
          </p:cNvCxnSpPr>
          <p:nvPr/>
        </p:nvCxnSpPr>
        <p:spPr>
          <a:xfrm>
            <a:off x="4474388" y="3957911"/>
            <a:ext cx="3363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F0C69EB-B16A-8CDB-00DC-70900C232379}"/>
              </a:ext>
            </a:extLst>
          </p:cNvPr>
          <p:cNvSpPr txBox="1"/>
          <p:nvPr/>
        </p:nvSpPr>
        <p:spPr>
          <a:xfrm>
            <a:off x="4419472" y="3645966"/>
            <a:ext cx="1569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No predecessors </a:t>
            </a:r>
          </a:p>
        </p:txBody>
      </p:sp>
      <p:sp>
        <p:nvSpPr>
          <p:cNvPr id="91" name="Flowchart: Process 90">
            <a:extLst>
              <a:ext uri="{FF2B5EF4-FFF2-40B4-BE49-F238E27FC236}">
                <a16:creationId xmlns:a16="http://schemas.microsoft.com/office/drawing/2014/main" id="{635D717D-3218-84A8-F505-66CFD9190F8C}"/>
              </a:ext>
            </a:extLst>
          </p:cNvPr>
          <p:cNvSpPr/>
          <p:nvPr/>
        </p:nvSpPr>
        <p:spPr>
          <a:xfrm>
            <a:off x="4076521" y="4448217"/>
            <a:ext cx="1468120" cy="346410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Starting activity key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3" name="Flowchart: Process 92">
            <a:extLst>
              <a:ext uri="{FF2B5EF4-FFF2-40B4-BE49-F238E27FC236}">
                <a16:creationId xmlns:a16="http://schemas.microsoft.com/office/drawing/2014/main" id="{18505CAC-6B0F-E7EC-DE6E-E2A1AD6DFAD4}"/>
              </a:ext>
            </a:extLst>
          </p:cNvPr>
          <p:cNvSpPr/>
          <p:nvPr/>
        </p:nvSpPr>
        <p:spPr>
          <a:xfrm>
            <a:off x="1175842" y="4442364"/>
            <a:ext cx="1468119" cy="36786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Ending activity Key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4" name="Flowchart: Process 93">
            <a:extLst>
              <a:ext uri="{FF2B5EF4-FFF2-40B4-BE49-F238E27FC236}">
                <a16:creationId xmlns:a16="http://schemas.microsoft.com/office/drawing/2014/main" id="{C15257CE-F3C3-0B3F-5848-94F2527AEA2C}"/>
              </a:ext>
            </a:extLst>
          </p:cNvPr>
          <p:cNvSpPr/>
          <p:nvPr/>
        </p:nvSpPr>
        <p:spPr>
          <a:xfrm>
            <a:off x="2108265" y="3041948"/>
            <a:ext cx="2597978" cy="346410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Update </a:t>
            </a:r>
            <a:r>
              <a:rPr lang="en-US" sz="1100" b="1" dirty="0" err="1">
                <a:solidFill>
                  <a:schemeClr val="tx1"/>
                </a:solidFill>
              </a:rPr>
              <a:t>activity_cards</a:t>
            </a:r>
            <a:r>
              <a:rPr lang="en-US" sz="1100" b="1" dirty="0">
                <a:solidFill>
                  <a:schemeClr val="tx1"/>
                </a:solidFill>
              </a:rPr>
              <a:t> </a:t>
            </a:r>
            <a:r>
              <a:rPr lang="en-US" sz="1100" dirty="0">
                <a:solidFill>
                  <a:schemeClr val="tx1"/>
                </a:solidFill>
              </a:rPr>
              <a:t>with ‘followers’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0828C21-B402-654F-BA33-D0133E07369D}"/>
              </a:ext>
            </a:extLst>
          </p:cNvPr>
          <p:cNvSpPr txBox="1"/>
          <p:nvPr/>
        </p:nvSpPr>
        <p:spPr>
          <a:xfrm>
            <a:off x="1545590" y="3665538"/>
            <a:ext cx="1003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No followers 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CC929C6-292C-2E4C-4693-853E20192D44}"/>
              </a:ext>
            </a:extLst>
          </p:cNvPr>
          <p:cNvCxnSpPr>
            <a:cxnSpLocks/>
            <a:stCxn id="15" idx="2"/>
            <a:endCxn id="49" idx="0"/>
          </p:cNvCxnSpPr>
          <p:nvPr/>
        </p:nvCxnSpPr>
        <p:spPr>
          <a:xfrm>
            <a:off x="3426486" y="7732638"/>
            <a:ext cx="0" cy="253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4A9E16F-A0B3-3B5F-2D66-4E8F520FF28E}"/>
              </a:ext>
            </a:extLst>
          </p:cNvPr>
          <p:cNvCxnSpPr>
            <a:cxnSpLocks/>
            <a:stCxn id="8" idx="2"/>
            <a:endCxn id="57" idx="0"/>
          </p:cNvCxnSpPr>
          <p:nvPr/>
        </p:nvCxnSpPr>
        <p:spPr>
          <a:xfrm flipH="1">
            <a:off x="3426484" y="1023385"/>
            <a:ext cx="1" cy="202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3E55CA1-2A1E-9633-1684-8A8BCCA95A9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426485" y="635206"/>
            <a:ext cx="2514" cy="183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DD10324-067F-A459-62E0-16F2C3EB1EE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407255" y="2288271"/>
            <a:ext cx="0" cy="220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45A24FE5-5ED3-773B-AC47-41B1334F71C7}"/>
              </a:ext>
            </a:extLst>
          </p:cNvPr>
          <p:cNvCxnSpPr>
            <a:cxnSpLocks/>
            <a:stCxn id="11" idx="2"/>
            <a:endCxn id="94" idx="0"/>
          </p:cNvCxnSpPr>
          <p:nvPr/>
        </p:nvCxnSpPr>
        <p:spPr>
          <a:xfrm flipH="1">
            <a:off x="3407254" y="2855401"/>
            <a:ext cx="1" cy="186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CE40552-8DE8-3B3B-5FDD-4A63B620FEAD}"/>
              </a:ext>
            </a:extLst>
          </p:cNvPr>
          <p:cNvCxnSpPr>
            <a:cxnSpLocks/>
          </p:cNvCxnSpPr>
          <p:nvPr/>
        </p:nvCxnSpPr>
        <p:spPr>
          <a:xfrm>
            <a:off x="4810581" y="3947880"/>
            <a:ext cx="0" cy="508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7C68423-B7B3-2F58-535A-E3FCBBC4C138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1910080" y="3957911"/>
            <a:ext cx="43039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EAE94435-8852-CE2B-EA45-C9C099A6AD12}"/>
              </a:ext>
            </a:extLst>
          </p:cNvPr>
          <p:cNvCxnSpPr>
            <a:cxnSpLocks/>
          </p:cNvCxnSpPr>
          <p:nvPr/>
        </p:nvCxnSpPr>
        <p:spPr>
          <a:xfrm>
            <a:off x="1909902" y="3957911"/>
            <a:ext cx="0" cy="481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B3296A9C-C572-FA3A-DE5E-A175FCB13E51}"/>
              </a:ext>
            </a:extLst>
          </p:cNvPr>
          <p:cNvCxnSpPr>
            <a:cxnSpLocks/>
          </p:cNvCxnSpPr>
          <p:nvPr/>
        </p:nvCxnSpPr>
        <p:spPr>
          <a:xfrm>
            <a:off x="1909902" y="5201920"/>
            <a:ext cx="29006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90EB5707-F7E0-F62E-3AD5-2B843A24A9D0}"/>
              </a:ext>
            </a:extLst>
          </p:cNvPr>
          <p:cNvCxnSpPr>
            <a:cxnSpLocks/>
            <a:stCxn id="93" idx="2"/>
          </p:cNvCxnSpPr>
          <p:nvPr/>
        </p:nvCxnSpPr>
        <p:spPr>
          <a:xfrm>
            <a:off x="1909902" y="4810231"/>
            <a:ext cx="0" cy="3874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B33FDF2-3091-0F8A-85F5-DD14476C2CDC}"/>
              </a:ext>
            </a:extLst>
          </p:cNvPr>
          <p:cNvCxnSpPr>
            <a:cxnSpLocks/>
            <a:stCxn id="91" idx="2"/>
          </p:cNvCxnSpPr>
          <p:nvPr/>
        </p:nvCxnSpPr>
        <p:spPr>
          <a:xfrm>
            <a:off x="4810581" y="4794627"/>
            <a:ext cx="0" cy="403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CAB1E60-D06F-D807-ABB0-C25890E1A935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424433" y="5885178"/>
            <a:ext cx="2049" cy="6704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59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76</Words>
  <Application>Microsoft Office PowerPoint</Application>
  <PresentationFormat>A4 Paper (210x297 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 The</dc:creator>
  <cp:lastModifiedBy>Bui The</cp:lastModifiedBy>
  <cp:revision>15</cp:revision>
  <dcterms:created xsi:type="dcterms:W3CDTF">2026-03-12T13:27:51Z</dcterms:created>
  <dcterms:modified xsi:type="dcterms:W3CDTF">2026-03-12T15:24:09Z</dcterms:modified>
</cp:coreProperties>
</file>